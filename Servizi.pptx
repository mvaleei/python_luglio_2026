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2" r:id="rId4"/>
    <p:sldId id="261" r:id="rId5"/>
    <p:sldId id="260" r:id="rId6"/>
    <p:sldId id="257" r:id="rId7"/>
    <p:sldId id="259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50" d="100"/>
          <a:sy n="50" d="100"/>
        </p:scale>
        <p:origin x="144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EE1638-7096-F9E6-85E3-E0F11A252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1AAD593-F97B-365E-D925-0E183E178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DEF270-9DE4-7249-9232-405E0B454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81EF-556F-4ECE-8BA3-42CFB77202A2}" type="datetimeFigureOut">
              <a:rPr lang="it-IT" smtClean="0"/>
              <a:t>28/03/2025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872A35E-F49E-473A-39D2-3A34A0E00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E853D55-272E-3E28-8DE6-2F7E28E2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AA9E-9DA6-4FBA-9878-0F87C93794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2848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633CA3-409D-7A94-B77E-2F41C091E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194974-F6C4-DB57-AE1B-57882A695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43662D8-56F9-C29A-006D-8804907F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81EF-556F-4ECE-8BA3-42CFB77202A2}" type="datetimeFigureOut">
              <a:rPr lang="it-IT" smtClean="0"/>
              <a:t>28/03/2025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64EFC8A-B705-6BC2-4608-5938D579F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335CF7A-19E4-8D14-0D52-A84C04782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AA9E-9DA6-4FBA-9878-0F87C93794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8742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D830DF-1155-E4C1-E475-DA6C680CF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D8DBB5A-6AFC-8B6B-3E49-E67D887A1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194A44B-E71D-A4EA-A948-E2A7EA039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81EF-556F-4ECE-8BA3-42CFB77202A2}" type="datetimeFigureOut">
              <a:rPr lang="it-IT" smtClean="0"/>
              <a:t>28/03/2025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0B04A9-304C-72C8-D48C-90D403BC8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D3E69D-981A-208E-E20D-8BCDEFBAE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AA9E-9DA6-4FBA-9878-0F87C93794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607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6E64D5-98AE-97D2-5497-6892B0963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126535-A544-848A-6672-35AD36B1B2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C066B54-762C-AB2F-7D24-1114BB2C2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42075AB-678E-6D8C-91B5-6C1CE2057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81EF-556F-4ECE-8BA3-42CFB77202A2}" type="datetimeFigureOut">
              <a:rPr lang="it-IT" smtClean="0"/>
              <a:t>28/03/2025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F05D1A8-BD76-726F-6AE3-8FD2FE011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90C4810-3E11-7028-99D0-4D518A604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AA9E-9DA6-4FBA-9878-0F87C93794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8017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D428D2-2370-9548-4128-7D1998DE1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B9178D2-7913-1493-6AF9-B07A24FF2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078A275-B613-7ED2-D43C-A2D71A13B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44BAD86-F5B5-4724-76F9-DD9F0A9185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AA8ED4A-F749-1523-4488-D67A346653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38FF228-041C-CCBA-2D7F-C23E73F1F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81EF-556F-4ECE-8BA3-42CFB77202A2}" type="datetimeFigureOut">
              <a:rPr lang="it-IT" smtClean="0"/>
              <a:t>28/03/2025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2B32A59-0361-8791-4B9A-67B422F64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672E84F-96E9-B63D-C851-3465A6DA8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AA9E-9DA6-4FBA-9878-0F87C93794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6984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CC2F9A-2193-F312-9A78-47D0A75DF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829F694-7646-E0C3-0916-FF6E4FFAE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81EF-556F-4ECE-8BA3-42CFB77202A2}" type="datetimeFigureOut">
              <a:rPr lang="it-IT" smtClean="0"/>
              <a:t>28/03/2025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84CF4E2-87AA-B710-4C0B-A0C44F586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A640956-981B-12FB-2587-7323B5E17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AA9E-9DA6-4FBA-9878-0F87C93794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7154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6D31BA5-C305-FE16-A9E9-6CCC7334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81EF-556F-4ECE-8BA3-42CFB77202A2}" type="datetimeFigureOut">
              <a:rPr lang="it-IT" smtClean="0"/>
              <a:t>28/03/2025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065B712-3B59-9FD7-FC40-7272DAAEC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B5D2030-5FAE-C42F-681B-169CC663B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AA9E-9DA6-4FBA-9878-0F87C93794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006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85D80-9100-E375-7BA4-F63FBA25B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7BFB2B-F97A-0858-C0AC-3E379120D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D496348-7EAC-7CB7-8B9F-F6F802655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FF618FC-FA4E-02A3-0EDE-F062DBB5B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81EF-556F-4ECE-8BA3-42CFB77202A2}" type="datetimeFigureOut">
              <a:rPr lang="it-IT" smtClean="0"/>
              <a:t>28/03/2025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30A61A2-B3D6-E25F-B6CB-8FC41DA92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252EAC9-2766-C4C8-253B-20A90B21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AA9E-9DA6-4FBA-9878-0F87C93794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4154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7222E7-2E42-09F6-0F26-934C19FEB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BF240A4-EB73-C6B4-7237-391BC88FD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D5F9102-CB41-CD57-D19D-0094C833C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0387A92-1FF7-06F7-6D90-B8D491747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81EF-556F-4ECE-8BA3-42CFB77202A2}" type="datetimeFigureOut">
              <a:rPr lang="it-IT" smtClean="0"/>
              <a:t>28/03/2025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71E8117-0149-57E8-C861-9E8A6187D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B23CCD5-EE6A-39C2-24AC-AFCD9E07D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AA9E-9DA6-4FBA-9878-0F87C93794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9612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92EBE6-BA0E-22F4-1073-63F9BF68E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8928799-DFEA-0262-2166-239C51C4E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CA053AC-B977-36B7-8613-DB8148CB0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81EF-556F-4ECE-8BA3-42CFB77202A2}" type="datetimeFigureOut">
              <a:rPr lang="it-IT" smtClean="0"/>
              <a:t>28/03/2025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CD7B3A-0803-0418-E536-AA6F5AD0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8B6FF84-45D3-4E7E-4877-5B5CCDB18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AA9E-9DA6-4FBA-9878-0F87C93794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558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E0407F3-F734-A3FE-C0ED-15EAD363F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11261E7-DB15-05E1-CE53-114EC78BD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3301E51-9987-F417-417D-090ED8065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81EF-556F-4ECE-8BA3-42CFB77202A2}" type="datetimeFigureOut">
              <a:rPr lang="it-IT" smtClean="0"/>
              <a:t>28/03/2025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FB03767-D395-A500-F47A-B76C679CB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0183379-2105-A88A-CDF0-AE9F56D58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AA9E-9DA6-4FBA-9878-0F87C93794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3288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5990C99-EA9E-1C93-25A2-CFBCF8E4D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AE17C58-8ADD-7C88-1879-E6E9BD6C4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763CAE3-78CB-CE02-4D82-D6216DEE4B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2881EF-556F-4ECE-8BA3-42CFB77202A2}" type="datetimeFigureOut">
              <a:rPr lang="it-IT" smtClean="0"/>
              <a:t>28/03/2025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02F9EC4-1BB2-87F7-9D4D-3AB8F517C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B4EE95-82A5-D457-D29A-88253880A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27AA9E-9DA6-4FBA-9878-0F87C93794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370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15CD258B-C39A-B8AD-9CE8-B2BFC5888495}"/>
              </a:ext>
            </a:extLst>
          </p:cNvPr>
          <p:cNvSpPr/>
          <p:nvPr/>
        </p:nvSpPr>
        <p:spPr>
          <a:xfrm>
            <a:off x="963679" y="328527"/>
            <a:ext cx="2496805" cy="12812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Client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D652B0A-CCFF-67D2-73D1-E9A02B3A5AB8}"/>
              </a:ext>
            </a:extLst>
          </p:cNvPr>
          <p:cNvSpPr/>
          <p:nvPr/>
        </p:nvSpPr>
        <p:spPr>
          <a:xfrm>
            <a:off x="635152" y="1609782"/>
            <a:ext cx="3071727" cy="279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7D2383D7-2F1C-64F7-CB93-BB0063C1C485}"/>
              </a:ext>
            </a:extLst>
          </p:cNvPr>
          <p:cNvSpPr/>
          <p:nvPr/>
        </p:nvSpPr>
        <p:spPr>
          <a:xfrm>
            <a:off x="7966778" y="996532"/>
            <a:ext cx="2009490" cy="1116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Server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BD057304-F6AD-54EB-02BB-D8AAB43202DF}"/>
              </a:ext>
            </a:extLst>
          </p:cNvPr>
          <p:cNvSpPr/>
          <p:nvPr/>
        </p:nvSpPr>
        <p:spPr>
          <a:xfrm>
            <a:off x="2721298" y="1177222"/>
            <a:ext cx="492791" cy="2244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4C308773-CCBE-E574-A9F1-6A39DE8FF8CA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3214089" y="1289469"/>
            <a:ext cx="4752689" cy="265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D62329AF-FDF3-08C0-F4AA-8AFF982B2CA2}"/>
              </a:ext>
            </a:extLst>
          </p:cNvPr>
          <p:cNvCxnSpPr>
            <a:endCxn id="4" idx="3"/>
          </p:cNvCxnSpPr>
          <p:nvPr/>
        </p:nvCxnSpPr>
        <p:spPr>
          <a:xfrm flipH="1" flipV="1">
            <a:off x="3460484" y="969155"/>
            <a:ext cx="4506294" cy="268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5475671-789F-B65B-6F01-A4CE85BC7832}"/>
              </a:ext>
            </a:extLst>
          </p:cNvPr>
          <p:cNvSpPr txBox="1"/>
          <p:nvPr/>
        </p:nvSpPr>
        <p:spPr>
          <a:xfrm>
            <a:off x="1084139" y="2025916"/>
            <a:ext cx="159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Roma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F984BC5-9650-2222-6A2A-B942DFF675FB}"/>
              </a:ext>
            </a:extLst>
          </p:cNvPr>
          <p:cNvSpPr txBox="1"/>
          <p:nvPr/>
        </p:nvSpPr>
        <p:spPr>
          <a:xfrm>
            <a:off x="8382912" y="505241"/>
            <a:ext cx="1368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Londra</a:t>
            </a:r>
          </a:p>
        </p:txBody>
      </p:sp>
    </p:spTree>
    <p:extLst>
      <p:ext uri="{BB962C8B-B14F-4D97-AF65-F5344CB8AC3E}">
        <p14:creationId xmlns:p14="http://schemas.microsoft.com/office/powerpoint/2010/main" val="4293460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1CF6F-1A6B-1CDD-391D-B374CDDEC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A1BE8345-6AAC-220C-892E-AB305731A5F0}"/>
              </a:ext>
            </a:extLst>
          </p:cNvPr>
          <p:cNvSpPr/>
          <p:nvPr/>
        </p:nvSpPr>
        <p:spPr>
          <a:xfrm>
            <a:off x="963679" y="328527"/>
            <a:ext cx="2496805" cy="12812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Client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E3EF4FF-C45C-9F05-309D-9A41CD0B0F18}"/>
              </a:ext>
            </a:extLst>
          </p:cNvPr>
          <p:cNvSpPr/>
          <p:nvPr/>
        </p:nvSpPr>
        <p:spPr>
          <a:xfrm>
            <a:off x="635152" y="1609782"/>
            <a:ext cx="3071727" cy="279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B19DCB0-4D25-50F9-6A4E-4B1911D7C576}"/>
              </a:ext>
            </a:extLst>
          </p:cNvPr>
          <p:cNvSpPr/>
          <p:nvPr/>
        </p:nvSpPr>
        <p:spPr>
          <a:xfrm>
            <a:off x="7966778" y="996532"/>
            <a:ext cx="2009490" cy="1116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Server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666F227F-1F1B-C667-357D-77A2CA036D67}"/>
              </a:ext>
            </a:extLst>
          </p:cNvPr>
          <p:cNvSpPr/>
          <p:nvPr/>
        </p:nvSpPr>
        <p:spPr>
          <a:xfrm>
            <a:off x="2721298" y="1177222"/>
            <a:ext cx="492791" cy="2244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638C88EF-42E4-FE7A-128F-A6183A284ACD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3214089" y="1289469"/>
            <a:ext cx="4752689" cy="265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5C890E3C-068A-F40B-A3EF-5F23D599FAE1}"/>
              </a:ext>
            </a:extLst>
          </p:cNvPr>
          <p:cNvCxnSpPr>
            <a:endCxn id="4" idx="3"/>
          </p:cNvCxnSpPr>
          <p:nvPr/>
        </p:nvCxnSpPr>
        <p:spPr>
          <a:xfrm flipH="1" flipV="1">
            <a:off x="3460484" y="969155"/>
            <a:ext cx="4506294" cy="268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ilindro 11">
            <a:extLst>
              <a:ext uri="{FF2B5EF4-FFF2-40B4-BE49-F238E27FC236}">
                <a16:creationId xmlns:a16="http://schemas.microsoft.com/office/drawing/2014/main" id="{9BF187A4-114C-16BD-008F-2C83E11F1428}"/>
              </a:ext>
            </a:extLst>
          </p:cNvPr>
          <p:cNvSpPr/>
          <p:nvPr/>
        </p:nvSpPr>
        <p:spPr>
          <a:xfrm>
            <a:off x="2603576" y="2891036"/>
            <a:ext cx="1571454" cy="167001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02F37A9-B23B-903B-337B-BBAEC5DDF230}"/>
              </a:ext>
            </a:extLst>
          </p:cNvPr>
          <p:cNvSpPr txBox="1"/>
          <p:nvPr/>
        </p:nvSpPr>
        <p:spPr>
          <a:xfrm>
            <a:off x="1084139" y="2025916"/>
            <a:ext cx="159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Roma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383C9CF-EBFB-490B-4DF4-92320F42EAD0}"/>
              </a:ext>
            </a:extLst>
          </p:cNvPr>
          <p:cNvSpPr txBox="1"/>
          <p:nvPr/>
        </p:nvSpPr>
        <p:spPr>
          <a:xfrm>
            <a:off x="8382912" y="505241"/>
            <a:ext cx="1368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Londra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504778B-9515-763F-EBAD-C0661F0A86F8}"/>
              </a:ext>
            </a:extLst>
          </p:cNvPr>
          <p:cNvSpPr txBox="1"/>
          <p:nvPr/>
        </p:nvSpPr>
        <p:spPr>
          <a:xfrm>
            <a:off x="1726591" y="3531665"/>
            <a:ext cx="897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Parigi</a:t>
            </a: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187CA239-3EF5-BC1B-7A0A-587E677D822D}"/>
              </a:ext>
            </a:extLst>
          </p:cNvPr>
          <p:cNvSpPr/>
          <p:nvPr/>
        </p:nvSpPr>
        <p:spPr>
          <a:xfrm>
            <a:off x="6096000" y="3110055"/>
            <a:ext cx="2009490" cy="1056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Servizio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059190E4-1BD5-D28C-CD3E-398E5FDA53C5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5426170" y="2148853"/>
            <a:ext cx="964113" cy="1115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6BC9F7B7-D8AB-B809-DD40-2E0DFF0CE4BF}"/>
              </a:ext>
            </a:extLst>
          </p:cNvPr>
          <p:cNvSpPr txBox="1"/>
          <p:nvPr/>
        </p:nvSpPr>
        <p:spPr>
          <a:xfrm>
            <a:off x="4175030" y="1779521"/>
            <a:ext cx="3227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Un sito senza User Interface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B838EE6B-09DA-998F-E051-169D6583DAFB}"/>
              </a:ext>
            </a:extLst>
          </p:cNvPr>
          <p:cNvCxnSpPr/>
          <p:nvPr/>
        </p:nvCxnSpPr>
        <p:spPr>
          <a:xfrm flipH="1">
            <a:off x="7709432" y="2113523"/>
            <a:ext cx="1095090" cy="1078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55DAAB43-3F3F-6711-8623-CF2B423C5138}"/>
              </a:ext>
            </a:extLst>
          </p:cNvPr>
          <p:cNvCxnSpPr>
            <a:stCxn id="16" idx="2"/>
          </p:cNvCxnSpPr>
          <p:nvPr/>
        </p:nvCxnSpPr>
        <p:spPr>
          <a:xfrm flipH="1" flipV="1">
            <a:off x="4175030" y="3586419"/>
            <a:ext cx="1920970" cy="52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12B13EDB-ACF5-5400-D6F0-46DB64DDA683}"/>
              </a:ext>
            </a:extLst>
          </p:cNvPr>
          <p:cNvCxnSpPr/>
          <p:nvPr/>
        </p:nvCxnSpPr>
        <p:spPr>
          <a:xfrm>
            <a:off x="4175030" y="3931372"/>
            <a:ext cx="21053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33D4338C-888F-5525-4BBB-BC22ED096209}"/>
              </a:ext>
            </a:extLst>
          </p:cNvPr>
          <p:cNvCxnSpPr/>
          <p:nvPr/>
        </p:nvCxnSpPr>
        <p:spPr>
          <a:xfrm flipV="1">
            <a:off x="7966778" y="2148853"/>
            <a:ext cx="1319584" cy="1234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2C9319FB-0B61-DD00-A18A-7E06CCDB0D72}"/>
              </a:ext>
            </a:extLst>
          </p:cNvPr>
          <p:cNvSpPr txBox="1"/>
          <p:nvPr/>
        </p:nvSpPr>
        <p:spPr>
          <a:xfrm>
            <a:off x="9128943" y="2383667"/>
            <a:ext cx="2499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Ha chiamato il servizio per interrogarlo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53B3A4F2-BA80-CE55-F035-D0852349D5E8}"/>
              </a:ext>
            </a:extLst>
          </p:cNvPr>
          <p:cNvSpPr txBox="1"/>
          <p:nvPr/>
        </p:nvSpPr>
        <p:spPr>
          <a:xfrm>
            <a:off x="6390283" y="2766340"/>
            <a:ext cx="1251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New York</a:t>
            </a:r>
          </a:p>
        </p:txBody>
      </p:sp>
    </p:spTree>
    <p:extLst>
      <p:ext uri="{BB962C8B-B14F-4D97-AF65-F5344CB8AC3E}">
        <p14:creationId xmlns:p14="http://schemas.microsoft.com/office/powerpoint/2010/main" val="2954174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5580F-5B8F-307B-B3E4-A0CDD6E9D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0FE5531C-A85F-295E-3729-73CBEBD461FD}"/>
              </a:ext>
            </a:extLst>
          </p:cNvPr>
          <p:cNvSpPr/>
          <p:nvPr/>
        </p:nvSpPr>
        <p:spPr>
          <a:xfrm>
            <a:off x="963679" y="328527"/>
            <a:ext cx="2496805" cy="12812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Client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DE13E15-1386-0824-2F1A-787C6EE3711E}"/>
              </a:ext>
            </a:extLst>
          </p:cNvPr>
          <p:cNvSpPr/>
          <p:nvPr/>
        </p:nvSpPr>
        <p:spPr>
          <a:xfrm>
            <a:off x="635152" y="1609782"/>
            <a:ext cx="3071727" cy="279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508CAB0-CFF2-DD8E-D7DE-D729FE9CDE7B}"/>
              </a:ext>
            </a:extLst>
          </p:cNvPr>
          <p:cNvSpPr/>
          <p:nvPr/>
        </p:nvSpPr>
        <p:spPr>
          <a:xfrm>
            <a:off x="7966778" y="996532"/>
            <a:ext cx="2009490" cy="1116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Server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8A8FE885-CFF4-4992-3F0E-99F5CB2E1C34}"/>
              </a:ext>
            </a:extLst>
          </p:cNvPr>
          <p:cNvSpPr/>
          <p:nvPr/>
        </p:nvSpPr>
        <p:spPr>
          <a:xfrm>
            <a:off x="2721298" y="1177222"/>
            <a:ext cx="492791" cy="2244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371A1135-2547-712A-A5FC-A55FFED4E58E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3214089" y="1289469"/>
            <a:ext cx="4752689" cy="265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6A990D11-FD38-4857-6F0F-89BE6C1AC67D}"/>
              </a:ext>
            </a:extLst>
          </p:cNvPr>
          <p:cNvCxnSpPr>
            <a:endCxn id="4" idx="3"/>
          </p:cNvCxnSpPr>
          <p:nvPr/>
        </p:nvCxnSpPr>
        <p:spPr>
          <a:xfrm flipH="1" flipV="1">
            <a:off x="3460484" y="969155"/>
            <a:ext cx="4506294" cy="268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ilindro 11">
            <a:extLst>
              <a:ext uri="{FF2B5EF4-FFF2-40B4-BE49-F238E27FC236}">
                <a16:creationId xmlns:a16="http://schemas.microsoft.com/office/drawing/2014/main" id="{17BE41E7-AAB8-7D8A-B6DA-B70EE65C0072}"/>
              </a:ext>
            </a:extLst>
          </p:cNvPr>
          <p:cNvSpPr/>
          <p:nvPr/>
        </p:nvSpPr>
        <p:spPr>
          <a:xfrm>
            <a:off x="2603576" y="2891036"/>
            <a:ext cx="1571454" cy="167001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1A97AF7-2D4E-18C6-DF67-A427F580B0C6}"/>
              </a:ext>
            </a:extLst>
          </p:cNvPr>
          <p:cNvSpPr txBox="1"/>
          <p:nvPr/>
        </p:nvSpPr>
        <p:spPr>
          <a:xfrm>
            <a:off x="1084139" y="2025916"/>
            <a:ext cx="159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Roma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0C5F5AB-BF90-4C5A-F92D-531A4F191568}"/>
              </a:ext>
            </a:extLst>
          </p:cNvPr>
          <p:cNvSpPr txBox="1"/>
          <p:nvPr/>
        </p:nvSpPr>
        <p:spPr>
          <a:xfrm>
            <a:off x="8382912" y="505241"/>
            <a:ext cx="1368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Londra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D6A1BA5-225E-AE17-F4AA-4A82B88C328C}"/>
              </a:ext>
            </a:extLst>
          </p:cNvPr>
          <p:cNvSpPr txBox="1"/>
          <p:nvPr/>
        </p:nvSpPr>
        <p:spPr>
          <a:xfrm>
            <a:off x="1726591" y="3531665"/>
            <a:ext cx="897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Parigi</a:t>
            </a: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7C62B954-F82B-C803-1E33-1A54AE4252CA}"/>
              </a:ext>
            </a:extLst>
          </p:cNvPr>
          <p:cNvSpPr/>
          <p:nvPr/>
        </p:nvSpPr>
        <p:spPr>
          <a:xfrm>
            <a:off x="6096000" y="3110055"/>
            <a:ext cx="2009490" cy="1056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Servizio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69731C39-E3D0-E58E-D24C-95BA5D7EB059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5426170" y="2148853"/>
            <a:ext cx="964113" cy="1115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28E1956-9E89-D421-BD35-4660767AB39B}"/>
              </a:ext>
            </a:extLst>
          </p:cNvPr>
          <p:cNvSpPr txBox="1"/>
          <p:nvPr/>
        </p:nvSpPr>
        <p:spPr>
          <a:xfrm>
            <a:off x="4175030" y="1779521"/>
            <a:ext cx="3227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Un sito senza User Interface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BDBF398-AE8F-B0AB-E5DE-39BFD1F9D83E}"/>
              </a:ext>
            </a:extLst>
          </p:cNvPr>
          <p:cNvCxnSpPr/>
          <p:nvPr/>
        </p:nvCxnSpPr>
        <p:spPr>
          <a:xfrm flipH="1">
            <a:off x="7709432" y="2113523"/>
            <a:ext cx="1095090" cy="1078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8D6C201-4F11-FF78-C1E9-D89AB7D85DDC}"/>
              </a:ext>
            </a:extLst>
          </p:cNvPr>
          <p:cNvCxnSpPr>
            <a:stCxn id="16" idx="2"/>
          </p:cNvCxnSpPr>
          <p:nvPr/>
        </p:nvCxnSpPr>
        <p:spPr>
          <a:xfrm flipH="1" flipV="1">
            <a:off x="4175030" y="3586419"/>
            <a:ext cx="1920970" cy="52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93B514B8-BF85-5685-6E15-F9A69ED46039}"/>
              </a:ext>
            </a:extLst>
          </p:cNvPr>
          <p:cNvCxnSpPr/>
          <p:nvPr/>
        </p:nvCxnSpPr>
        <p:spPr>
          <a:xfrm flipV="1">
            <a:off x="7966778" y="2148853"/>
            <a:ext cx="1319584" cy="1234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4A8E8E85-CE0F-62E9-DEDF-892878063977}"/>
              </a:ext>
            </a:extLst>
          </p:cNvPr>
          <p:cNvSpPr txBox="1"/>
          <p:nvPr/>
        </p:nvSpPr>
        <p:spPr>
          <a:xfrm>
            <a:off x="9128943" y="2383667"/>
            <a:ext cx="2499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Ha chiamato il servizio per interrogarlo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4FC1133B-C406-EE3C-E032-2B56AFF8347F}"/>
              </a:ext>
            </a:extLst>
          </p:cNvPr>
          <p:cNvSpPr/>
          <p:nvPr/>
        </p:nvSpPr>
        <p:spPr>
          <a:xfrm>
            <a:off x="9932464" y="5373489"/>
            <a:ext cx="1680963" cy="7610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Fineco</a:t>
            </a:r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B5A64A0B-6C8C-5FC8-21BB-420E874B3C7A}"/>
              </a:ext>
            </a:extLst>
          </p:cNvPr>
          <p:cNvCxnSpPr>
            <a:cxnSpLocks/>
            <a:stCxn id="30" idx="0"/>
            <a:endCxn id="16" idx="5"/>
          </p:cNvCxnSpPr>
          <p:nvPr/>
        </p:nvCxnSpPr>
        <p:spPr>
          <a:xfrm flipH="1" flipV="1">
            <a:off x="7811207" y="4012058"/>
            <a:ext cx="2961739" cy="1361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B4BA9784-1F2B-6F93-814D-7DF1C842B3C9}"/>
              </a:ext>
            </a:extLst>
          </p:cNvPr>
          <p:cNvCxnSpPr>
            <a:cxnSpLocks/>
          </p:cNvCxnSpPr>
          <p:nvPr/>
        </p:nvCxnSpPr>
        <p:spPr>
          <a:xfrm>
            <a:off x="7917499" y="3931372"/>
            <a:ext cx="3071727" cy="1396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94638C29-1AA2-A956-4437-ED0A29C343AC}"/>
              </a:ext>
            </a:extLst>
          </p:cNvPr>
          <p:cNvSpPr txBox="1"/>
          <p:nvPr/>
        </p:nvSpPr>
        <p:spPr>
          <a:xfrm>
            <a:off x="9521806" y="4232522"/>
            <a:ext cx="236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Inserimento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392C1260-E15D-5DD7-8DBA-189D51E0721E}"/>
              </a:ext>
            </a:extLst>
          </p:cNvPr>
          <p:cNvSpPr txBox="1"/>
          <p:nvPr/>
        </p:nvSpPr>
        <p:spPr>
          <a:xfrm>
            <a:off x="6390283" y="2766340"/>
            <a:ext cx="1251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New York</a:t>
            </a:r>
          </a:p>
        </p:txBody>
      </p: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9727271E-433C-F4C0-1171-D57C476B4F8E}"/>
              </a:ext>
            </a:extLst>
          </p:cNvPr>
          <p:cNvCxnSpPr/>
          <p:nvPr/>
        </p:nvCxnSpPr>
        <p:spPr>
          <a:xfrm>
            <a:off x="4175030" y="3931372"/>
            <a:ext cx="21053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374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C67D2-FA7A-032C-9664-79378CB14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9996D9C6-3D66-A954-B3E2-D58DC29FF624}"/>
              </a:ext>
            </a:extLst>
          </p:cNvPr>
          <p:cNvSpPr/>
          <p:nvPr/>
        </p:nvSpPr>
        <p:spPr>
          <a:xfrm>
            <a:off x="963679" y="328527"/>
            <a:ext cx="2496805" cy="12812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Client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F7622C27-42C1-E3EA-3024-DDFA99A41E75}"/>
              </a:ext>
            </a:extLst>
          </p:cNvPr>
          <p:cNvSpPr/>
          <p:nvPr/>
        </p:nvSpPr>
        <p:spPr>
          <a:xfrm>
            <a:off x="635152" y="1609782"/>
            <a:ext cx="3071727" cy="279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76566793-0403-AA03-8013-40ECB382B452}"/>
              </a:ext>
            </a:extLst>
          </p:cNvPr>
          <p:cNvSpPr/>
          <p:nvPr/>
        </p:nvSpPr>
        <p:spPr>
          <a:xfrm>
            <a:off x="7966778" y="996532"/>
            <a:ext cx="2009490" cy="1116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Server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765941D6-7B62-1844-7FE3-7FF255D57A01}"/>
              </a:ext>
            </a:extLst>
          </p:cNvPr>
          <p:cNvSpPr/>
          <p:nvPr/>
        </p:nvSpPr>
        <p:spPr>
          <a:xfrm>
            <a:off x="2721298" y="1177222"/>
            <a:ext cx="492791" cy="2244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FC6D2144-E288-3E79-BDC5-1C4B825CFB78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3214089" y="1289469"/>
            <a:ext cx="4752689" cy="265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7367971E-A8CA-E63A-A494-0A2D99C99FED}"/>
              </a:ext>
            </a:extLst>
          </p:cNvPr>
          <p:cNvCxnSpPr>
            <a:endCxn id="4" idx="3"/>
          </p:cNvCxnSpPr>
          <p:nvPr/>
        </p:nvCxnSpPr>
        <p:spPr>
          <a:xfrm flipH="1" flipV="1">
            <a:off x="3460484" y="969155"/>
            <a:ext cx="4506294" cy="268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ilindro 11">
            <a:extLst>
              <a:ext uri="{FF2B5EF4-FFF2-40B4-BE49-F238E27FC236}">
                <a16:creationId xmlns:a16="http://schemas.microsoft.com/office/drawing/2014/main" id="{F0A70DDE-6B64-E628-8F3C-F5B6403178CD}"/>
              </a:ext>
            </a:extLst>
          </p:cNvPr>
          <p:cNvSpPr/>
          <p:nvPr/>
        </p:nvSpPr>
        <p:spPr>
          <a:xfrm>
            <a:off x="2603576" y="2891036"/>
            <a:ext cx="1571454" cy="167001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7BC6B84-F05B-AD5F-72D5-4BAA52B4D10B}"/>
              </a:ext>
            </a:extLst>
          </p:cNvPr>
          <p:cNvSpPr txBox="1"/>
          <p:nvPr/>
        </p:nvSpPr>
        <p:spPr>
          <a:xfrm>
            <a:off x="1084139" y="2025916"/>
            <a:ext cx="159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Roma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4344813-4BFA-3A71-B455-6290AE3E6B10}"/>
              </a:ext>
            </a:extLst>
          </p:cNvPr>
          <p:cNvSpPr txBox="1"/>
          <p:nvPr/>
        </p:nvSpPr>
        <p:spPr>
          <a:xfrm>
            <a:off x="8382912" y="505241"/>
            <a:ext cx="1368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Londra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4F0EF06-7845-B79C-C9E7-5A7997CF039A}"/>
              </a:ext>
            </a:extLst>
          </p:cNvPr>
          <p:cNvSpPr txBox="1"/>
          <p:nvPr/>
        </p:nvSpPr>
        <p:spPr>
          <a:xfrm>
            <a:off x="1726591" y="3531665"/>
            <a:ext cx="897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Parigi</a:t>
            </a: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CDCB5D74-0BA7-7291-B3A1-FAE80DFC4EF9}"/>
              </a:ext>
            </a:extLst>
          </p:cNvPr>
          <p:cNvSpPr/>
          <p:nvPr/>
        </p:nvSpPr>
        <p:spPr>
          <a:xfrm>
            <a:off x="6096000" y="3110055"/>
            <a:ext cx="2009490" cy="1056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Servizio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3D74CCDE-6346-4197-FA35-37803A5378F1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5426170" y="2148853"/>
            <a:ext cx="964113" cy="1115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13F1D7B-F8F4-C086-7E08-42B07AC8FB30}"/>
              </a:ext>
            </a:extLst>
          </p:cNvPr>
          <p:cNvSpPr txBox="1"/>
          <p:nvPr/>
        </p:nvSpPr>
        <p:spPr>
          <a:xfrm>
            <a:off x="4175030" y="1779521"/>
            <a:ext cx="3227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Un sito senza User Interface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1FB1E3B8-44E7-2873-C098-EEBCE410A3C2}"/>
              </a:ext>
            </a:extLst>
          </p:cNvPr>
          <p:cNvCxnSpPr/>
          <p:nvPr/>
        </p:nvCxnSpPr>
        <p:spPr>
          <a:xfrm flipH="1">
            <a:off x="7709432" y="2113523"/>
            <a:ext cx="1095090" cy="1078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15FB37D8-7D91-CF24-F4FB-672238FBE2E4}"/>
              </a:ext>
            </a:extLst>
          </p:cNvPr>
          <p:cNvCxnSpPr>
            <a:stCxn id="16" idx="2"/>
          </p:cNvCxnSpPr>
          <p:nvPr/>
        </p:nvCxnSpPr>
        <p:spPr>
          <a:xfrm flipH="1" flipV="1">
            <a:off x="4175030" y="3586419"/>
            <a:ext cx="1920970" cy="52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ADEA03FD-227D-A7B2-6B21-02E99CF67597}"/>
              </a:ext>
            </a:extLst>
          </p:cNvPr>
          <p:cNvCxnSpPr/>
          <p:nvPr/>
        </p:nvCxnSpPr>
        <p:spPr>
          <a:xfrm>
            <a:off x="4175030" y="3931372"/>
            <a:ext cx="21053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A35BE068-B85B-60F4-CC84-04A6BDD4FDBB}"/>
              </a:ext>
            </a:extLst>
          </p:cNvPr>
          <p:cNvCxnSpPr/>
          <p:nvPr/>
        </p:nvCxnSpPr>
        <p:spPr>
          <a:xfrm flipV="1">
            <a:off x="7966778" y="2148853"/>
            <a:ext cx="1319584" cy="1234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EFC71C2D-F322-68BD-C579-F5BA3AD56AD7}"/>
              </a:ext>
            </a:extLst>
          </p:cNvPr>
          <p:cNvSpPr txBox="1"/>
          <p:nvPr/>
        </p:nvSpPr>
        <p:spPr>
          <a:xfrm>
            <a:off x="9128943" y="2383667"/>
            <a:ext cx="2499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Ha chiamato il servizio per interrogarlo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7AFF7A5D-4317-9FCC-B837-23E5645F4D94}"/>
              </a:ext>
            </a:extLst>
          </p:cNvPr>
          <p:cNvSpPr/>
          <p:nvPr/>
        </p:nvSpPr>
        <p:spPr>
          <a:xfrm>
            <a:off x="9932464" y="5373489"/>
            <a:ext cx="1680963" cy="7610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Fineco</a:t>
            </a:r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3B1126C7-F72D-2530-873B-D23C4839F49E}"/>
              </a:ext>
            </a:extLst>
          </p:cNvPr>
          <p:cNvCxnSpPr>
            <a:cxnSpLocks/>
            <a:stCxn id="30" idx="0"/>
            <a:endCxn id="16" idx="5"/>
          </p:cNvCxnSpPr>
          <p:nvPr/>
        </p:nvCxnSpPr>
        <p:spPr>
          <a:xfrm flipH="1" flipV="1">
            <a:off x="7811207" y="4012058"/>
            <a:ext cx="2961739" cy="1361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E7475564-C38A-DD35-3621-138356406EE3}"/>
              </a:ext>
            </a:extLst>
          </p:cNvPr>
          <p:cNvCxnSpPr>
            <a:cxnSpLocks/>
          </p:cNvCxnSpPr>
          <p:nvPr/>
        </p:nvCxnSpPr>
        <p:spPr>
          <a:xfrm>
            <a:off x="7917499" y="3931372"/>
            <a:ext cx="3071727" cy="1396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F414E1A-5A00-FC41-FC20-5311FF22FA6D}"/>
              </a:ext>
            </a:extLst>
          </p:cNvPr>
          <p:cNvSpPr txBox="1"/>
          <p:nvPr/>
        </p:nvSpPr>
        <p:spPr>
          <a:xfrm>
            <a:off x="9521806" y="4232522"/>
            <a:ext cx="236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Inserimento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AB61868C-66E1-F112-44A8-325542222620}"/>
              </a:ext>
            </a:extLst>
          </p:cNvPr>
          <p:cNvSpPr/>
          <p:nvPr/>
        </p:nvSpPr>
        <p:spPr>
          <a:xfrm>
            <a:off x="7153674" y="5686252"/>
            <a:ext cx="1680963" cy="7610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Fineco</a:t>
            </a:r>
          </a:p>
        </p:txBody>
      </p: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3289C138-6BC9-BE0B-F864-E685876D4150}"/>
              </a:ext>
            </a:extLst>
          </p:cNvPr>
          <p:cNvCxnSpPr>
            <a:stCxn id="39" idx="0"/>
          </p:cNvCxnSpPr>
          <p:nvPr/>
        </p:nvCxnSpPr>
        <p:spPr>
          <a:xfrm flipH="1" flipV="1">
            <a:off x="7473988" y="4153389"/>
            <a:ext cx="520168" cy="1532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35DCC075-0847-9C57-2DED-4D7127AA067C}"/>
              </a:ext>
            </a:extLst>
          </p:cNvPr>
          <p:cNvCxnSpPr>
            <a:stCxn id="16" idx="4"/>
          </p:cNvCxnSpPr>
          <p:nvPr/>
        </p:nvCxnSpPr>
        <p:spPr>
          <a:xfrm>
            <a:off x="7100745" y="4166817"/>
            <a:ext cx="570359" cy="1472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CF205668-2DA9-2120-809F-D72C121C2ACD}"/>
              </a:ext>
            </a:extLst>
          </p:cNvPr>
          <p:cNvSpPr txBox="1"/>
          <p:nvPr/>
        </p:nvSpPr>
        <p:spPr>
          <a:xfrm>
            <a:off x="7734072" y="4914617"/>
            <a:ext cx="1972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Aggiornamento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3BDA46BA-3ECF-0889-A65B-83DE996473E3}"/>
              </a:ext>
            </a:extLst>
          </p:cNvPr>
          <p:cNvSpPr txBox="1"/>
          <p:nvPr/>
        </p:nvSpPr>
        <p:spPr>
          <a:xfrm>
            <a:off x="6390283" y="2766340"/>
            <a:ext cx="1251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New York</a:t>
            </a:r>
          </a:p>
        </p:txBody>
      </p:sp>
    </p:spTree>
    <p:extLst>
      <p:ext uri="{BB962C8B-B14F-4D97-AF65-F5344CB8AC3E}">
        <p14:creationId xmlns:p14="http://schemas.microsoft.com/office/powerpoint/2010/main" val="817597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66EC4-6A66-4C04-B40C-6FD9B4E0D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8F09A6F4-1241-B187-4C8D-9D8BDFEC13C7}"/>
              </a:ext>
            </a:extLst>
          </p:cNvPr>
          <p:cNvSpPr/>
          <p:nvPr/>
        </p:nvSpPr>
        <p:spPr>
          <a:xfrm>
            <a:off x="963679" y="328527"/>
            <a:ext cx="2496805" cy="12812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Client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3B80A85-56C7-9C47-AD43-8597D6769A68}"/>
              </a:ext>
            </a:extLst>
          </p:cNvPr>
          <p:cNvSpPr/>
          <p:nvPr/>
        </p:nvSpPr>
        <p:spPr>
          <a:xfrm>
            <a:off x="635152" y="1609782"/>
            <a:ext cx="3071727" cy="279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221FD29-BFB9-1377-E618-7B5CA7034272}"/>
              </a:ext>
            </a:extLst>
          </p:cNvPr>
          <p:cNvSpPr/>
          <p:nvPr/>
        </p:nvSpPr>
        <p:spPr>
          <a:xfrm>
            <a:off x="7966778" y="996532"/>
            <a:ext cx="2009490" cy="1116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Server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450B4043-225E-5654-0CF7-E112BBB91337}"/>
              </a:ext>
            </a:extLst>
          </p:cNvPr>
          <p:cNvSpPr/>
          <p:nvPr/>
        </p:nvSpPr>
        <p:spPr>
          <a:xfrm>
            <a:off x="2721298" y="1177222"/>
            <a:ext cx="492791" cy="2244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B4C90263-A773-537C-8951-427C2B8B3F22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3214089" y="1289469"/>
            <a:ext cx="4752689" cy="265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5791C5FF-8DA3-A55D-25F9-902B84E71DBC}"/>
              </a:ext>
            </a:extLst>
          </p:cNvPr>
          <p:cNvCxnSpPr>
            <a:endCxn id="4" idx="3"/>
          </p:cNvCxnSpPr>
          <p:nvPr/>
        </p:nvCxnSpPr>
        <p:spPr>
          <a:xfrm flipH="1" flipV="1">
            <a:off x="3460484" y="969155"/>
            <a:ext cx="4506294" cy="268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ilindro 11">
            <a:extLst>
              <a:ext uri="{FF2B5EF4-FFF2-40B4-BE49-F238E27FC236}">
                <a16:creationId xmlns:a16="http://schemas.microsoft.com/office/drawing/2014/main" id="{BFA712D8-A1D1-3B61-D40C-326D275F8C30}"/>
              </a:ext>
            </a:extLst>
          </p:cNvPr>
          <p:cNvSpPr/>
          <p:nvPr/>
        </p:nvSpPr>
        <p:spPr>
          <a:xfrm>
            <a:off x="2603576" y="2891036"/>
            <a:ext cx="1571454" cy="167001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032516C-9365-57A4-5407-BACD0FB482D8}"/>
              </a:ext>
            </a:extLst>
          </p:cNvPr>
          <p:cNvSpPr txBox="1"/>
          <p:nvPr/>
        </p:nvSpPr>
        <p:spPr>
          <a:xfrm>
            <a:off x="1084139" y="2025916"/>
            <a:ext cx="159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Roma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8EA3466-DB78-560B-C3D8-84CF164A3A15}"/>
              </a:ext>
            </a:extLst>
          </p:cNvPr>
          <p:cNvSpPr txBox="1"/>
          <p:nvPr/>
        </p:nvSpPr>
        <p:spPr>
          <a:xfrm>
            <a:off x="8382912" y="505241"/>
            <a:ext cx="1368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Londra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47A253A-8D5A-8AEE-C30E-E081ECDD65CA}"/>
              </a:ext>
            </a:extLst>
          </p:cNvPr>
          <p:cNvSpPr txBox="1"/>
          <p:nvPr/>
        </p:nvSpPr>
        <p:spPr>
          <a:xfrm>
            <a:off x="1726591" y="3531665"/>
            <a:ext cx="897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Parigi</a:t>
            </a: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9408E3BA-5A6C-F1DD-AD12-3F431262ACF9}"/>
              </a:ext>
            </a:extLst>
          </p:cNvPr>
          <p:cNvSpPr/>
          <p:nvPr/>
        </p:nvSpPr>
        <p:spPr>
          <a:xfrm>
            <a:off x="6096000" y="3110055"/>
            <a:ext cx="2009490" cy="1056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Servizio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3D2B8C4B-5541-C02E-24C1-ADE1027116A4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5426170" y="2148853"/>
            <a:ext cx="964113" cy="1115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F10700E9-E91F-C54F-B03F-B4F5516AC258}"/>
              </a:ext>
            </a:extLst>
          </p:cNvPr>
          <p:cNvSpPr txBox="1"/>
          <p:nvPr/>
        </p:nvSpPr>
        <p:spPr>
          <a:xfrm>
            <a:off x="4175030" y="1779521"/>
            <a:ext cx="3227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Un sito senza User Interface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59564DD9-A079-C7D3-28DE-0009A870EE34}"/>
              </a:ext>
            </a:extLst>
          </p:cNvPr>
          <p:cNvCxnSpPr/>
          <p:nvPr/>
        </p:nvCxnSpPr>
        <p:spPr>
          <a:xfrm flipH="1">
            <a:off x="7709432" y="2113523"/>
            <a:ext cx="1095090" cy="1078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68697F69-54E6-07FC-76DE-254A2DDB3E3B}"/>
              </a:ext>
            </a:extLst>
          </p:cNvPr>
          <p:cNvCxnSpPr>
            <a:stCxn id="16" idx="2"/>
          </p:cNvCxnSpPr>
          <p:nvPr/>
        </p:nvCxnSpPr>
        <p:spPr>
          <a:xfrm flipH="1" flipV="1">
            <a:off x="4175030" y="3586419"/>
            <a:ext cx="1920970" cy="52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0D706349-0080-226A-33EF-E475CFEA330E}"/>
              </a:ext>
            </a:extLst>
          </p:cNvPr>
          <p:cNvCxnSpPr/>
          <p:nvPr/>
        </p:nvCxnSpPr>
        <p:spPr>
          <a:xfrm>
            <a:off x="4175030" y="3931372"/>
            <a:ext cx="21053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69E994CE-D6B3-BF6E-C695-A03E7A48AAA1}"/>
              </a:ext>
            </a:extLst>
          </p:cNvPr>
          <p:cNvCxnSpPr/>
          <p:nvPr/>
        </p:nvCxnSpPr>
        <p:spPr>
          <a:xfrm flipV="1">
            <a:off x="7966778" y="2148853"/>
            <a:ext cx="1319584" cy="1234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5312A14D-7E31-E322-CEF3-34AA8BC30461}"/>
              </a:ext>
            </a:extLst>
          </p:cNvPr>
          <p:cNvSpPr txBox="1"/>
          <p:nvPr/>
        </p:nvSpPr>
        <p:spPr>
          <a:xfrm>
            <a:off x="9128943" y="2383667"/>
            <a:ext cx="2499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Ha chiamato il servizio per interrogarlo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537C7F92-5B52-A258-EC27-59A2018AE4B2}"/>
              </a:ext>
            </a:extLst>
          </p:cNvPr>
          <p:cNvSpPr/>
          <p:nvPr/>
        </p:nvSpPr>
        <p:spPr>
          <a:xfrm>
            <a:off x="9932464" y="5373489"/>
            <a:ext cx="1680963" cy="7610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Fineco</a:t>
            </a:r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909575C3-B71F-A1F5-A1E2-8EB2BA73BF32}"/>
              </a:ext>
            </a:extLst>
          </p:cNvPr>
          <p:cNvCxnSpPr>
            <a:cxnSpLocks/>
            <a:stCxn id="30" idx="0"/>
            <a:endCxn id="16" idx="5"/>
          </p:cNvCxnSpPr>
          <p:nvPr/>
        </p:nvCxnSpPr>
        <p:spPr>
          <a:xfrm flipH="1" flipV="1">
            <a:off x="7811207" y="4012058"/>
            <a:ext cx="2961739" cy="1361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55AD5A14-CC7E-5A6F-ED6E-FA2E3BD5459D}"/>
              </a:ext>
            </a:extLst>
          </p:cNvPr>
          <p:cNvCxnSpPr>
            <a:cxnSpLocks/>
          </p:cNvCxnSpPr>
          <p:nvPr/>
        </p:nvCxnSpPr>
        <p:spPr>
          <a:xfrm>
            <a:off x="7917499" y="3931372"/>
            <a:ext cx="3071727" cy="1396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4C45923B-4251-41BE-3210-10E3284D892A}"/>
              </a:ext>
            </a:extLst>
          </p:cNvPr>
          <p:cNvSpPr txBox="1"/>
          <p:nvPr/>
        </p:nvSpPr>
        <p:spPr>
          <a:xfrm>
            <a:off x="9521806" y="4232522"/>
            <a:ext cx="236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Inserimento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AD789C7D-CFA0-8CB3-4D04-7565984736C1}"/>
              </a:ext>
            </a:extLst>
          </p:cNvPr>
          <p:cNvSpPr/>
          <p:nvPr/>
        </p:nvSpPr>
        <p:spPr>
          <a:xfrm>
            <a:off x="7153674" y="5686252"/>
            <a:ext cx="1680963" cy="7610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Fineco</a:t>
            </a:r>
          </a:p>
        </p:txBody>
      </p: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9B1DA411-C997-8573-1E7F-53B25BBBD16E}"/>
              </a:ext>
            </a:extLst>
          </p:cNvPr>
          <p:cNvCxnSpPr>
            <a:stCxn id="39" idx="0"/>
          </p:cNvCxnSpPr>
          <p:nvPr/>
        </p:nvCxnSpPr>
        <p:spPr>
          <a:xfrm flipH="1" flipV="1">
            <a:off x="7473988" y="4153389"/>
            <a:ext cx="520168" cy="1532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F4BC7490-3521-B0A3-4004-6D0312217111}"/>
              </a:ext>
            </a:extLst>
          </p:cNvPr>
          <p:cNvCxnSpPr>
            <a:stCxn id="16" idx="4"/>
          </p:cNvCxnSpPr>
          <p:nvPr/>
        </p:nvCxnSpPr>
        <p:spPr>
          <a:xfrm>
            <a:off x="7100745" y="4166817"/>
            <a:ext cx="570359" cy="1472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0A32CD80-4693-BA21-7CF2-71368FE25633}"/>
              </a:ext>
            </a:extLst>
          </p:cNvPr>
          <p:cNvSpPr txBox="1"/>
          <p:nvPr/>
        </p:nvSpPr>
        <p:spPr>
          <a:xfrm>
            <a:off x="7734072" y="4914617"/>
            <a:ext cx="1972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Aggiornamento</a:t>
            </a:r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90DADC2F-93B4-5869-8850-87441B57E24A}"/>
              </a:ext>
            </a:extLst>
          </p:cNvPr>
          <p:cNvSpPr/>
          <p:nvPr/>
        </p:nvSpPr>
        <p:spPr>
          <a:xfrm>
            <a:off x="4030387" y="5639713"/>
            <a:ext cx="1680963" cy="7610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Fineco</a:t>
            </a:r>
          </a:p>
        </p:txBody>
      </p: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4DBC3669-2DFE-B4A5-6D18-162FA76EC7BA}"/>
              </a:ext>
            </a:extLst>
          </p:cNvPr>
          <p:cNvCxnSpPr/>
          <p:nvPr/>
        </p:nvCxnSpPr>
        <p:spPr>
          <a:xfrm flipV="1">
            <a:off x="5711350" y="4166817"/>
            <a:ext cx="1066343" cy="1472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22189E5E-1026-5265-3D09-D569B9850B71}"/>
              </a:ext>
            </a:extLst>
          </p:cNvPr>
          <p:cNvCxnSpPr>
            <a:stCxn id="16" idx="3"/>
          </p:cNvCxnSpPr>
          <p:nvPr/>
        </p:nvCxnSpPr>
        <p:spPr>
          <a:xfrm flipH="1">
            <a:off x="5066616" y="4012058"/>
            <a:ext cx="1323667" cy="15923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C8CCA3A7-0FDB-DE41-CD77-BBBB802F5A1B}"/>
              </a:ext>
            </a:extLst>
          </p:cNvPr>
          <p:cNvSpPr txBox="1"/>
          <p:nvPr/>
        </p:nvSpPr>
        <p:spPr>
          <a:xfrm>
            <a:off x="6390283" y="2766340"/>
            <a:ext cx="1251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New York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C2961ABC-7411-2D8D-6321-BCA54BB92FA4}"/>
              </a:ext>
            </a:extLst>
          </p:cNvPr>
          <p:cNvSpPr txBox="1"/>
          <p:nvPr/>
        </p:nvSpPr>
        <p:spPr>
          <a:xfrm>
            <a:off x="3460484" y="5010038"/>
            <a:ext cx="1812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Cancellazione</a:t>
            </a:r>
          </a:p>
        </p:txBody>
      </p: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31172082-5730-462F-6733-18F2E8BA8084}"/>
              </a:ext>
            </a:extLst>
          </p:cNvPr>
          <p:cNvCxnSpPr/>
          <p:nvPr/>
        </p:nvCxnSpPr>
        <p:spPr>
          <a:xfrm>
            <a:off x="3586419" y="1960211"/>
            <a:ext cx="2644642" cy="1423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02900F7A-50ED-E3D8-558D-1B7ADF64E158}"/>
              </a:ext>
            </a:extLst>
          </p:cNvPr>
          <p:cNvCxnSpPr>
            <a:stCxn id="16" idx="2"/>
          </p:cNvCxnSpPr>
          <p:nvPr/>
        </p:nvCxnSpPr>
        <p:spPr>
          <a:xfrm flipH="1" flipV="1">
            <a:off x="2852709" y="1932834"/>
            <a:ext cx="3243291" cy="17056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F3ED186B-7F57-7880-8B0A-F6E4821F494A}"/>
              </a:ext>
            </a:extLst>
          </p:cNvPr>
          <p:cNvCxnSpPr>
            <a:stCxn id="16" idx="6"/>
          </p:cNvCxnSpPr>
          <p:nvPr/>
        </p:nvCxnSpPr>
        <p:spPr>
          <a:xfrm flipV="1">
            <a:off x="8105490" y="3429000"/>
            <a:ext cx="1646285" cy="209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e 7">
            <a:extLst>
              <a:ext uri="{FF2B5EF4-FFF2-40B4-BE49-F238E27FC236}">
                <a16:creationId xmlns:a16="http://schemas.microsoft.com/office/drawing/2014/main" id="{9B62E7F1-E222-0024-4B55-1340F8A5CE21}"/>
              </a:ext>
            </a:extLst>
          </p:cNvPr>
          <p:cNvSpPr/>
          <p:nvPr/>
        </p:nvSpPr>
        <p:spPr>
          <a:xfrm>
            <a:off x="9752025" y="3192187"/>
            <a:ext cx="1110832" cy="507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E8514799-1A7D-F895-4623-C16B5D69B3BC}"/>
              </a:ext>
            </a:extLst>
          </p:cNvPr>
          <p:cNvCxnSpPr>
            <a:stCxn id="8" idx="3"/>
          </p:cNvCxnSpPr>
          <p:nvPr/>
        </p:nvCxnSpPr>
        <p:spPr>
          <a:xfrm flipH="1">
            <a:off x="8105490" y="3625031"/>
            <a:ext cx="1809213" cy="202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889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2B933C4-17DA-8748-4E91-2B96062F198F}"/>
              </a:ext>
            </a:extLst>
          </p:cNvPr>
          <p:cNvSpPr txBox="1"/>
          <p:nvPr/>
        </p:nvSpPr>
        <p:spPr>
          <a:xfrm>
            <a:off x="448987" y="328527"/>
            <a:ext cx="788464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Come si contatta (consuma) un servizio: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URL – Indirizzo di accesso </a:t>
            </a:r>
            <a:r>
              <a:rPr lang="it-IT" dirty="0" err="1"/>
              <a:t>Address</a:t>
            </a:r>
            <a:r>
              <a:rPr lang="it-IT" dirty="0"/>
              <a:t> Point – Punto di accesso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Motivo della chiamata: 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/>
              <a:t>Inserire		INSERT	Create	POST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/>
              <a:t>Interrogare	SELECT	Read	GET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/>
              <a:t>Aggiornare	UPDATE	Update	PUT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/>
              <a:t>Cancellare	DELETE	Delete	DELETE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/>
              <a:t>Tipo di dato di ritorno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/>
              <a:t>XML -&gt; Extended Markup </a:t>
            </a:r>
            <a:r>
              <a:rPr lang="it-IT" dirty="0" err="1"/>
              <a:t>language</a:t>
            </a:r>
            <a:r>
              <a:rPr lang="it-IT" dirty="0"/>
              <a:t> (XML Schema Definition)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/>
              <a:t>JSON -&gt; </a:t>
            </a:r>
            <a:r>
              <a:rPr lang="it-IT" dirty="0" err="1"/>
              <a:t>Javascript</a:t>
            </a:r>
            <a:r>
              <a:rPr lang="it-IT" dirty="0"/>
              <a:t> </a:t>
            </a:r>
            <a:r>
              <a:rPr lang="it-IT" dirty="0" err="1"/>
              <a:t>object</a:t>
            </a:r>
            <a:r>
              <a:rPr lang="it-IT" dirty="0"/>
              <a:t> </a:t>
            </a:r>
            <a:r>
              <a:rPr lang="it-IT" dirty="0" err="1"/>
              <a:t>notation</a:t>
            </a:r>
            <a:endParaRPr lang="it-I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/>
              <a:t>Parametri (Opzionale)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dirty="0"/>
          </a:p>
          <a:p>
            <a:r>
              <a:rPr lang="it-IT" dirty="0"/>
              <a:t>Tipo Servizio: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Webservices</a:t>
            </a:r>
            <a:r>
              <a:rPr lang="it-IT" dirty="0"/>
              <a:t> (.</a:t>
            </a:r>
            <a:r>
              <a:rPr lang="it-IT" dirty="0" err="1"/>
              <a:t>asmx</a:t>
            </a:r>
            <a:r>
              <a:rPr lang="it-IT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SOAP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API REST</a:t>
            </a:r>
          </a:p>
          <a:p>
            <a:pPr marL="800100" lvl="1" indent="-342900">
              <a:buFont typeface="+mj-lt"/>
              <a:buAutoNum type="arabicPeriod"/>
            </a:pPr>
            <a:endParaRPr lang="it-IT" dirty="0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0999963A-F344-3DC5-EE4F-93D708638526}"/>
              </a:ext>
            </a:extLst>
          </p:cNvPr>
          <p:cNvCxnSpPr>
            <a:cxnSpLocks/>
          </p:cNvCxnSpPr>
          <p:nvPr/>
        </p:nvCxnSpPr>
        <p:spPr>
          <a:xfrm>
            <a:off x="7308850" y="2776053"/>
            <a:ext cx="14901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02355E5-AB6F-69F4-9E39-F00AD1803356}"/>
              </a:ext>
            </a:extLst>
          </p:cNvPr>
          <p:cNvSpPr txBox="1"/>
          <p:nvPr/>
        </p:nvSpPr>
        <p:spPr>
          <a:xfrm>
            <a:off x="8465044" y="2314388"/>
            <a:ext cx="35480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&lt;persona&gt;</a:t>
            </a:r>
          </a:p>
          <a:p>
            <a:r>
              <a:rPr lang="it-IT" dirty="0"/>
              <a:t>	&lt;nome&gt;Carlo&lt;/nome&gt;</a:t>
            </a:r>
          </a:p>
          <a:p>
            <a:r>
              <a:rPr lang="it-IT" dirty="0"/>
              <a:t>	&lt;anni&gt;45&lt;/anni&gt;</a:t>
            </a:r>
          </a:p>
          <a:p>
            <a:r>
              <a:rPr lang="it-IT" dirty="0"/>
              <a:t>&lt;/persona&gt;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0A9396EE-927B-CCF1-B62B-A5173A05769A}"/>
              </a:ext>
            </a:extLst>
          </p:cNvPr>
          <p:cNvCxnSpPr/>
          <p:nvPr/>
        </p:nvCxnSpPr>
        <p:spPr>
          <a:xfrm>
            <a:off x="5059315" y="2907463"/>
            <a:ext cx="3887569" cy="8596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799E555-5A3F-8C3B-2E51-043DAC2BCA77}"/>
              </a:ext>
            </a:extLst>
          </p:cNvPr>
          <p:cNvSpPr txBox="1"/>
          <p:nvPr/>
        </p:nvSpPr>
        <p:spPr>
          <a:xfrm>
            <a:off x="8946884" y="3529186"/>
            <a:ext cx="2524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{nome:’Carlo’,anni:45}</a:t>
            </a:r>
          </a:p>
        </p:txBody>
      </p:sp>
    </p:spTree>
    <p:extLst>
      <p:ext uri="{BB962C8B-B14F-4D97-AF65-F5344CB8AC3E}">
        <p14:creationId xmlns:p14="http://schemas.microsoft.com/office/powerpoint/2010/main" val="3565008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7D2383D7-2F1C-64F7-CB93-BB0063C1C485}"/>
              </a:ext>
            </a:extLst>
          </p:cNvPr>
          <p:cNvSpPr/>
          <p:nvPr/>
        </p:nvSpPr>
        <p:spPr>
          <a:xfrm>
            <a:off x="7966778" y="996532"/>
            <a:ext cx="2009490" cy="1116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Server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F984BC5-9650-2222-6A2A-B942DFF675FB}"/>
              </a:ext>
            </a:extLst>
          </p:cNvPr>
          <p:cNvSpPr txBox="1"/>
          <p:nvPr/>
        </p:nvSpPr>
        <p:spPr>
          <a:xfrm>
            <a:off x="8382912" y="505241"/>
            <a:ext cx="1368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Londra</a:t>
            </a: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B4FC9E5F-4C23-8E5F-385E-CB9DBCF7BC25}"/>
              </a:ext>
            </a:extLst>
          </p:cNvPr>
          <p:cNvSpPr/>
          <p:nvPr/>
        </p:nvSpPr>
        <p:spPr>
          <a:xfrm>
            <a:off x="2766927" y="4457015"/>
            <a:ext cx="2009490" cy="1056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Servizio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5A7D97D6-260F-4084-CEF6-9337848B96EF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4482134" y="2113523"/>
            <a:ext cx="4322388" cy="2498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12A46973-8EC0-ADA9-55DA-209C7B96E608}"/>
              </a:ext>
            </a:extLst>
          </p:cNvPr>
          <p:cNvCxnSpPr>
            <a:cxnSpLocks/>
          </p:cNvCxnSpPr>
          <p:nvPr/>
        </p:nvCxnSpPr>
        <p:spPr>
          <a:xfrm flipV="1">
            <a:off x="4776417" y="2148853"/>
            <a:ext cx="4509945" cy="2669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F27A6023-FF17-91A9-23EC-83FE90734354}"/>
              </a:ext>
            </a:extLst>
          </p:cNvPr>
          <p:cNvSpPr txBox="1"/>
          <p:nvPr/>
        </p:nvSpPr>
        <p:spPr>
          <a:xfrm>
            <a:off x="3263801" y="3768347"/>
            <a:ext cx="1251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New York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2085487-D5CA-DDBC-CEE7-A7FB4D9EE92B}"/>
              </a:ext>
            </a:extLst>
          </p:cNvPr>
          <p:cNvSpPr txBox="1"/>
          <p:nvPr/>
        </p:nvSpPr>
        <p:spPr>
          <a:xfrm>
            <a:off x="2995072" y="295674"/>
            <a:ext cx="49060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</a:t>
            </a:r>
          </a:p>
          <a:p>
            <a:r>
              <a:rPr lang="it-IT" dirty="0"/>
              <a:t>2</a:t>
            </a:r>
          </a:p>
          <a:p>
            <a:r>
              <a:rPr lang="it-IT" dirty="0">
                <a:solidFill>
                  <a:srgbClr val="FF0000"/>
                </a:solidFill>
              </a:rPr>
              <a:t>3 </a:t>
            </a:r>
            <a:r>
              <a:rPr lang="it-IT" sz="1400" dirty="0">
                <a:solidFill>
                  <a:srgbClr val="FF0000"/>
                </a:solidFill>
              </a:rPr>
              <a:t>CHIAMIAMO IL SERVIZIO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rgbClr val="FF0000"/>
                </a:solidFill>
              </a:rPr>
              <a:t>	 in base alla risposta del servizio faccio partire 	l’ordine</a:t>
            </a:r>
          </a:p>
          <a:p>
            <a:r>
              <a:rPr lang="it-IT" dirty="0"/>
              <a:t>4</a:t>
            </a:r>
          </a:p>
          <a:p>
            <a:r>
              <a:rPr lang="it-IT" dirty="0"/>
              <a:t>5</a:t>
            </a:r>
          </a:p>
          <a:p>
            <a:r>
              <a:rPr lang="it-IT" dirty="0"/>
              <a:t>6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91E02DE-945F-1B42-4F95-7BB508EA5DEB}"/>
              </a:ext>
            </a:extLst>
          </p:cNvPr>
          <p:cNvSpPr txBox="1"/>
          <p:nvPr/>
        </p:nvSpPr>
        <p:spPr>
          <a:xfrm>
            <a:off x="6329619" y="4457015"/>
            <a:ext cx="5289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Le chiamate ai servizi, vanno effettuate sempre in modalità ASINCRONA</a:t>
            </a:r>
          </a:p>
        </p:txBody>
      </p:sp>
    </p:spTree>
    <p:extLst>
      <p:ext uri="{BB962C8B-B14F-4D97-AF65-F5344CB8AC3E}">
        <p14:creationId xmlns:p14="http://schemas.microsoft.com/office/powerpoint/2010/main" val="36577465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247</Words>
  <Application>Microsoft Office PowerPoint</Application>
  <PresentationFormat>Widescreen</PresentationFormat>
  <Paragraphs>85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Marcello Valeri</dc:creator>
  <cp:lastModifiedBy>Marcello Valeri</cp:lastModifiedBy>
  <cp:revision>15</cp:revision>
  <dcterms:created xsi:type="dcterms:W3CDTF">2024-10-01T09:57:45Z</dcterms:created>
  <dcterms:modified xsi:type="dcterms:W3CDTF">2025-03-28T11:36:58Z</dcterms:modified>
</cp:coreProperties>
</file>