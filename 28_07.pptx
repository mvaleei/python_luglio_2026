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229B0F-7082-CDFC-AAE7-3139D359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0DC70C-B28B-734A-A153-63B2430B3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E3F71E-7F03-7965-EC28-C113AB7D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609193-3968-3444-7309-282B894A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9C51F8-BF7E-F875-5E68-15EC770D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794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4A05FA-42D3-B765-EA61-FBB633AB8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897958-4887-798A-BBB6-8EA0CD0E2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B9BDE6-92E7-A0E4-71A2-D2F79E58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83C3BD-C466-DA5F-9043-10362F3A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898531-B7CB-4917-BF61-6FB48674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883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DF90E2-D20A-F56D-0C62-4230A4603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33FC4F-5B6D-C574-8968-9BF7B3566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776C50-3C0D-EE6F-6CFE-F807B432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940101-5438-A475-5140-735FA71C6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088F03-EC51-C0F2-3FA1-66372320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329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F22609-F0DE-5181-BA93-BB496D1D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10C9F3-DB44-91B0-3D18-A235DD96B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68DB104-FC7D-738E-8E86-D9317DE8B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7C89E1-515D-F467-F71D-5EA7591C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BD56C7-DB1E-ACDF-33AC-9E0E78F2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FABC276-887C-7E73-AAA9-010E3DE3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751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D9F25D-873E-1D01-19DF-32990BB5E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0F2BBA-5C6C-1DD5-5778-7A83EC9F7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86C8693-85DA-6D26-EE74-88F0868E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6CD72D6-7275-50C1-035B-30D17D724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626F730-75CD-B50B-7645-FA1A89CAB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D117B98-C06C-3552-5F95-571CF153A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4F77333-02CB-F52A-D5E8-40EA964E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91A3079-4758-50B7-8581-415AFBE5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78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8E6109-5A55-E2F7-F1AF-A1647A58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77DF921-3EC3-5B17-09A2-D84A356D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0E4401-26A8-6EB9-0341-DCA2471BB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35325A2-7586-5D71-BF1C-5CEDFAD0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494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9CF4523-B203-C561-0D75-57EB2C19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EDFEAFC-BFE3-985F-ACBE-B74BD370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5C52F5-C3A8-DD09-C5B0-DDEC7A67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00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43604F-71D0-34BA-BEBE-C3D82FCE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DB63BB-95CB-4A7E-0111-CD7B74F09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04C62D-6985-0AA1-9A82-FA77EB1E1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4EFD25-1843-716D-18EB-09961A06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8AF3B32-A026-F003-0D77-7BB5E077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8D43A73-DA27-EF3C-7735-B47A6F53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148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E6DE0A-5FC2-F4EA-B736-A9666FC8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267ACA6-5ED4-E4AF-D7D3-E61B9E375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F095455-7083-F0BE-0825-34C1E7F0D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A6B964-6DDD-9247-AFFC-8980506D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7398F91-B286-4C91-1FC4-2FBAF08D1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7BECC4F-012B-848D-C7F9-066C8CC5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833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E09A74-950C-ACCD-DFF2-086C4435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66CBE91-420A-AC6B-9451-B5CD77107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7DDCFB-379D-F2EC-761A-E2460921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BE482C-E727-DA47-1470-A1E78BE5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8C62D6-3833-BE82-F84A-52B880F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107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907CFC1-83EF-3D89-8363-1BE465BDC4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E264B30-0F63-CDEB-5491-9B2A36366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B84FC4-CD1A-D118-2331-E0B0B907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397760-63D5-CD40-766F-38A290EF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ECC0D5-F64B-EBB4-1606-B00AAD57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393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E8B2E67-4185-C6FE-CBAA-60AE1C34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933424-11D8-342A-FC7A-3BE8D0A61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CF5B69-6FB1-1200-5375-11BEEA04C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2E79B-C0D9-451F-B68A-29A885D1BE8C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3EA4C6-A2BB-725F-F850-CC4E99A04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186EEE-35DF-3805-6E52-A6E21B09D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5C80E-323D-4CF3-BAC7-30704149910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250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F6B6B7-13C0-7980-03D1-156CD67B9A92}"/>
              </a:ext>
            </a:extLst>
          </p:cNvPr>
          <p:cNvSpPr txBox="1"/>
          <p:nvPr/>
        </p:nvSpPr>
        <p:spPr>
          <a:xfrm>
            <a:off x="719138" y="41910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String nome =‘’Pippo’’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AC9FDD-2CE4-09D3-920A-2F809E968FAA}"/>
              </a:ext>
            </a:extLst>
          </p:cNvPr>
          <p:cNvSpPr txBox="1"/>
          <p:nvPr/>
        </p:nvSpPr>
        <p:spPr>
          <a:xfrm>
            <a:off x="795338" y="1471613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Cognome=‘’Rossi’’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67B2D1D-0975-1605-0C37-CB7D65117B69}"/>
              </a:ext>
            </a:extLst>
          </p:cNvPr>
          <p:cNvSpPr txBox="1"/>
          <p:nvPr/>
        </p:nvSpPr>
        <p:spPr>
          <a:xfrm>
            <a:off x="795338" y="2790826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Cognome=‘’Verdi’’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EA6CBF46-2AE2-D471-227C-CAA9331D3139}"/>
              </a:ext>
            </a:extLst>
          </p:cNvPr>
          <p:cNvSpPr/>
          <p:nvPr/>
        </p:nvSpPr>
        <p:spPr>
          <a:xfrm>
            <a:off x="4786313" y="1738313"/>
            <a:ext cx="2543175" cy="15001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7333A2-5624-C3CF-6766-229CFF7BD9E2}"/>
              </a:ext>
            </a:extLst>
          </p:cNvPr>
          <p:cNvSpPr txBox="1"/>
          <p:nvPr/>
        </p:nvSpPr>
        <p:spPr>
          <a:xfrm>
            <a:off x="5419725" y="2330411"/>
            <a:ext cx="2757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a3ddf3456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DD3905B-0EB3-5DDC-2127-5DEB9E047150}"/>
              </a:ext>
            </a:extLst>
          </p:cNvPr>
          <p:cNvCxnSpPr>
            <a:endCxn id="8" idx="2"/>
          </p:cNvCxnSpPr>
          <p:nvPr/>
        </p:nvCxnSpPr>
        <p:spPr>
          <a:xfrm>
            <a:off x="1581150" y="1738313"/>
            <a:ext cx="3205163" cy="750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769809DB-64FB-0C7C-0B1A-9010EF4988B1}"/>
              </a:ext>
            </a:extLst>
          </p:cNvPr>
          <p:cNvCxnSpPr/>
          <p:nvPr/>
        </p:nvCxnSpPr>
        <p:spPr>
          <a:xfrm flipV="1">
            <a:off x="6348413" y="1285875"/>
            <a:ext cx="671512" cy="45243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2803126-D6CA-C888-05D8-EE2DD3AFF804}"/>
              </a:ext>
            </a:extLst>
          </p:cNvPr>
          <p:cNvSpPr txBox="1"/>
          <p:nvPr/>
        </p:nvSpPr>
        <p:spPr>
          <a:xfrm>
            <a:off x="7143750" y="1033463"/>
            <a:ext cx="828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Rossi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5D87A426-0F37-E720-F191-03C6515F3D2A}"/>
              </a:ext>
            </a:extLst>
          </p:cNvPr>
          <p:cNvSpPr/>
          <p:nvPr/>
        </p:nvSpPr>
        <p:spPr>
          <a:xfrm>
            <a:off x="4891088" y="3762375"/>
            <a:ext cx="2543175" cy="1081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586C665-C4C3-6D34-09C0-52F1A68A4873}"/>
              </a:ext>
            </a:extLst>
          </p:cNvPr>
          <p:cNvSpPr txBox="1"/>
          <p:nvPr/>
        </p:nvSpPr>
        <p:spPr>
          <a:xfrm>
            <a:off x="5305425" y="4152900"/>
            <a:ext cx="166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ddeeffaa34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31BB527-726D-0AAC-82F6-440F22C1584D}"/>
              </a:ext>
            </a:extLst>
          </p:cNvPr>
          <p:cNvCxnSpPr>
            <a:endCxn id="15" idx="2"/>
          </p:cNvCxnSpPr>
          <p:nvPr/>
        </p:nvCxnSpPr>
        <p:spPr>
          <a:xfrm>
            <a:off x="1581150" y="3238500"/>
            <a:ext cx="3309938" cy="10644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B8E80A4E-CF26-E904-081F-169E15646AAC}"/>
              </a:ext>
            </a:extLst>
          </p:cNvPr>
          <p:cNvCxnSpPr/>
          <p:nvPr/>
        </p:nvCxnSpPr>
        <p:spPr>
          <a:xfrm flipV="1">
            <a:off x="885825" y="1402795"/>
            <a:ext cx="871538" cy="5926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48900E59-39DB-C236-9427-68B6801B1469}"/>
              </a:ext>
            </a:extLst>
          </p:cNvPr>
          <p:cNvCxnSpPr/>
          <p:nvPr/>
        </p:nvCxnSpPr>
        <p:spPr>
          <a:xfrm>
            <a:off x="757238" y="1366838"/>
            <a:ext cx="871537" cy="561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E440576F-E5D6-44E9-38AB-D84DECF1E1BA}"/>
              </a:ext>
            </a:extLst>
          </p:cNvPr>
          <p:cNvCxnSpPr>
            <a:stCxn id="15" idx="6"/>
          </p:cNvCxnSpPr>
          <p:nvPr/>
        </p:nvCxnSpPr>
        <p:spPr>
          <a:xfrm>
            <a:off x="7434263" y="4302919"/>
            <a:ext cx="852487" cy="354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163C3FD-6891-426F-8526-C2831F08517F}"/>
              </a:ext>
            </a:extLst>
          </p:cNvPr>
          <p:cNvSpPr txBox="1"/>
          <p:nvPr/>
        </p:nvSpPr>
        <p:spPr>
          <a:xfrm>
            <a:off x="8410575" y="4522232"/>
            <a:ext cx="852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Verdi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59F0BA94-81EC-7276-F3BB-1501C290155A}"/>
              </a:ext>
            </a:extLst>
          </p:cNvPr>
          <p:cNvSpPr txBox="1"/>
          <p:nvPr/>
        </p:nvSpPr>
        <p:spPr>
          <a:xfrm>
            <a:off x="995364" y="5229225"/>
            <a:ext cx="291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GARBAGE COLLECTION</a:t>
            </a: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C507B0EC-3907-FF03-F671-261B360BAB81}"/>
              </a:ext>
            </a:extLst>
          </p:cNvPr>
          <p:cNvCxnSpPr>
            <a:endCxn id="8" idx="3"/>
          </p:cNvCxnSpPr>
          <p:nvPr/>
        </p:nvCxnSpPr>
        <p:spPr>
          <a:xfrm flipV="1">
            <a:off x="2638425" y="3018803"/>
            <a:ext cx="2520327" cy="2077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1C2661C-9AEF-CD87-308A-F63DF2365748}"/>
              </a:ext>
            </a:extLst>
          </p:cNvPr>
          <p:cNvSpPr txBox="1"/>
          <p:nvPr/>
        </p:nvSpPr>
        <p:spPr>
          <a:xfrm>
            <a:off x="1233488" y="603408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TUTTO</a:t>
            </a:r>
            <a:r>
              <a:rPr lang="it-IT" dirty="0"/>
              <a:t> </a:t>
            </a:r>
            <a:r>
              <a:rPr lang="it-IT" dirty="0" err="1"/>
              <a:t>e’</a:t>
            </a:r>
            <a:r>
              <a:rPr lang="it-IT" dirty="0"/>
              <a:t> un oggetto</a:t>
            </a:r>
          </a:p>
        </p:txBody>
      </p:sp>
    </p:spTree>
    <p:extLst>
      <p:ext uri="{BB962C8B-B14F-4D97-AF65-F5344CB8AC3E}">
        <p14:creationId xmlns:p14="http://schemas.microsoft.com/office/powerpoint/2010/main" val="164458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6B71C2-62B7-5808-E4E7-4F794056BA90}"/>
              </a:ext>
            </a:extLst>
          </p:cNvPr>
          <p:cNvSpPr txBox="1"/>
          <p:nvPr/>
        </p:nvSpPr>
        <p:spPr>
          <a:xfrm>
            <a:off x="576263" y="547687"/>
            <a:ext cx="453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Tipo di prodotto: _________________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6AF8C4-2255-70DF-C73E-896E16401290}"/>
              </a:ext>
            </a:extLst>
          </p:cNvPr>
          <p:cNvSpPr txBox="1"/>
          <p:nvPr/>
        </p:nvSpPr>
        <p:spPr>
          <a:xfrm>
            <a:off x="576263" y="1300162"/>
            <a:ext cx="453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Numero pezzi: _________________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493D60F-44DA-8288-6C47-DF6B507BFCBC}"/>
              </a:ext>
            </a:extLst>
          </p:cNvPr>
          <p:cNvSpPr txBox="1"/>
          <p:nvPr/>
        </p:nvSpPr>
        <p:spPr>
          <a:xfrm>
            <a:off x="576263" y="2095500"/>
            <a:ext cx="453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Costo al pezzo: _________________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E5E179A-A65C-D353-9F92-D9A0A6EBF5EB}"/>
              </a:ext>
            </a:extLst>
          </p:cNvPr>
          <p:cNvSpPr txBox="1"/>
          <p:nvPr/>
        </p:nvSpPr>
        <p:spPr>
          <a:xfrm>
            <a:off x="676275" y="3000375"/>
            <a:ext cx="524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totale del prodotto di tipo: xx è (calcolo)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4E5139-8F0C-81A4-62CC-CFDF5A789CF8}"/>
              </a:ext>
            </a:extLst>
          </p:cNvPr>
          <p:cNvCxnSpPr/>
          <p:nvPr/>
        </p:nvCxnSpPr>
        <p:spPr>
          <a:xfrm>
            <a:off x="4629150" y="766763"/>
            <a:ext cx="3586163" cy="328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61DAD1A-9A4B-FE8A-EECE-BDEBA7322443}"/>
              </a:ext>
            </a:extLst>
          </p:cNvPr>
          <p:cNvSpPr txBox="1"/>
          <p:nvPr/>
        </p:nvSpPr>
        <p:spPr>
          <a:xfrm>
            <a:off x="8315325" y="917019"/>
            <a:ext cx="2967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Alimentari (5)</a:t>
            </a:r>
          </a:p>
          <a:p>
            <a:r>
              <a:rPr lang="it-IT" dirty="0"/>
              <a:t>Edilizia (10)</a:t>
            </a:r>
          </a:p>
          <a:p>
            <a:r>
              <a:rPr lang="it-IT" dirty="0"/>
              <a:t>Informatica(22)</a:t>
            </a:r>
          </a:p>
          <a:p>
            <a:r>
              <a:rPr lang="it-IT" dirty="0"/>
              <a:t>Lusso (45)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684658FB-BB39-2B4A-D797-876BB99AFEFE}"/>
              </a:ext>
            </a:extLst>
          </p:cNvPr>
          <p:cNvCxnSpPr/>
          <p:nvPr/>
        </p:nvCxnSpPr>
        <p:spPr>
          <a:xfrm flipH="1" flipV="1">
            <a:off x="3409950" y="917019"/>
            <a:ext cx="204788" cy="2121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653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2026-07-28T08:27:03Z</dcterms:created>
  <dcterms:modified xsi:type="dcterms:W3CDTF">2026-07-28T08:30:10Z</dcterms:modified>
</cp:coreProperties>
</file>